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411480"/>
            <a:ext cx="1365504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Power Apps or Devin?</a:t>
            </a:r>
          </a:p>
          <a:p>
            <a:pPr>
              <a:spcAft>
                <a:spcPts val="1000"/>
              </a:spcAft>
            </a:pPr>
            <a:r>
              <a:rPr sz="2600" b="0">
                <a:solidFill>
                  <a:srgbClr val="9A9A9A"/>
                </a:solidFill>
                <a:latin typeface="Arial"/>
              </a:rPr>
              <a:t>Internal tools for a 60-engineer fintech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577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55555"/>
                </a:solidFill>
                <a:latin typeface="Arial"/>
              </a:rPr>
              <a:t>For the VP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411480"/>
            <a:ext cx="1365504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11535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9A9A9A"/>
                </a:solidFill>
                <a:latin typeface="Arial"/>
              </a:rPr>
              <a:t>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Build with Devin, as a gated migration.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0">
                <a:solidFill>
                  <a:srgbClr val="9A9A9A"/>
                </a:solidFill>
                <a:latin typeface="Arial"/>
              </a:rPr>
              <a:t>The decision isn't the 3 tools you have.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It's the 10+ tools you haven't specified yet.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411480"/>
            <a:ext cx="1365504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11535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9A9A9A"/>
                </a:solidFill>
                <a:latin typeface="Arial"/>
              </a:rPr>
              <a:t>WHAT POWER APPS REALLY SELLS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Speed × governance, repeated.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88920"/>
            <a:ext cx="3271418" cy="190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327141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Speed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Building blocks ship a tool in days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60138" y="2788920"/>
            <a:ext cx="3271418" cy="190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0138" y="2926080"/>
            <a:ext cx="327141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Governance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SSO, roles, masking, audit, DLP: all configuration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7316" y="2788920"/>
            <a:ext cx="3271418" cy="190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7316" y="2926080"/>
            <a:ext cx="327141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Managed platform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Microsoft hosts, patches and certifies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32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Where it runs out:  custom logic  ·  your own APIs  ·  automated testing  ·  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411480"/>
            <a:ext cx="1365504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11535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9A9A9A"/>
                </a:solidFill>
                <a:latin typeface="Arial"/>
              </a:rPr>
              <a:t>HOW DEVIN HELPS: WHAT I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Built once. Inherited by every tool.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88920"/>
            <a:ext cx="2362123" cy="190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236212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Real SSO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Roles come from identity-provider groups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50843" y="2788920"/>
            <a:ext cx="2362123" cy="190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0843" y="2926080"/>
            <a:ext cx="236212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Masked PII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Reveal needs a reason, and every view is audited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6" y="2788920"/>
            <a:ext cx="2362123" cy="190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8726" y="2926080"/>
            <a:ext cx="236212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Approvals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No self-approval; 2 approvers over $1K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609" y="2788920"/>
            <a:ext cx="2362123" cy="190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609" y="2926080"/>
            <a:ext cx="236212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Audit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Append-only, written with every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32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Prototype: one shared Python platform + rules file (AGENTS.md). Built in ~47 minutes.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411480"/>
            <a:ext cx="1365504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11535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9A9A9A"/>
                </a:solidFill>
                <a:latin typeface="Arial"/>
              </a:rPr>
              <a:t>BEYOND THE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Your riskiest workflow, not a 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Provider times out  →  UNKNOWN  →  reconcile  →  never pays twice</a:t>
            </a:r>
          </a:p>
          <a:p>
            <a:pPr>
              <a:spcAft>
                <a:spcPts val="2400"/>
              </a:spcAft>
            </a:pPr>
            <a:r>
              <a:rPr sz="2200" b="0">
                <a:solidFill>
                  <a:srgbClr val="9A9A9A"/>
                </a:solidFill>
                <a:latin typeface="Arial"/>
              </a:rPr>
              <a:t>Every business rule is a named test that runs on every PR.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411480"/>
            <a:ext cx="1365504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11535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9A9A9A"/>
                </a:solidFill>
                <a:latin typeface="Arial"/>
              </a:rPr>
              <a:t>THE TOOL FACTORY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One paragraph in. A governed tool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327141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6 / 8 min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Fresh Devin sessions,
prompt → PR with green 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0138" y="2743200"/>
            <a:ext cx="327141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0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Code bugs found
in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7316" y="2743200"/>
            <a:ext cx="327141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1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Review round each
before merge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32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Controls were inherited without being asked for. Review caught decisions nobody wrote down; that's the control 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411480"/>
            <a:ext cx="1365504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11535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9A9A9A"/>
                </a:solidFill>
                <a:latin typeface="Arial"/>
              </a:rPr>
              <a:t>HONEST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What's replicable, and what isn't.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88920"/>
            <a:ext cx="5090007" cy="190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50900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Replicable with Devin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SSO and roles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Masking and audited reveal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Audit and approvals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Custom logic and your APIs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2788920"/>
            <a:ext cx="5090007" cy="190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8727" y="2926080"/>
            <a:ext cx="50900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Not replicable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Ops staff editing tools themselves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Microsoft's hosting and certifications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Mobile / offline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411480"/>
            <a:ext cx="1365504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11535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9A9A9A"/>
                </a:solidFill>
                <a:latin typeface="Arial"/>
              </a:rPr>
              <a:t>WHERE THE RISK 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You own the security surface.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88920"/>
            <a:ext cx="3271418" cy="190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327141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AI-written code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Touches money and PII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Human review and rule tests are mandatory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460138" y="2788920"/>
            <a:ext cx="3271418" cy="190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0138" y="2926080"/>
            <a:ext cx="327141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Compliance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Pen test, encryption at rest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AML retention vs GDPR erasure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7316" y="2788920"/>
            <a:ext cx="3271418" cy="190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7316" y="2926080"/>
            <a:ext cx="327141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New vendor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Devin has code access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Vendor review; no real PII in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32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Power Apps doesn't remove this either: Microsoft certifies the platform, not your apps.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411480"/>
            <a:ext cx="1365504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11535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9A9A9A"/>
                </a:solidFill>
                <a:latin typeface="Arial"/>
              </a:rPr>
              <a:t>3-YEAR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Build is cheaper over 3 years.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327141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$1.20M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Buy
Power Apps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0138" y="2743200"/>
            <a:ext cx="327141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$1.04M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Build
base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7316" y="2743200"/>
            <a:ext cx="327141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$0.79M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Build
Devin does the upkeep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32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Year 1 costs ~$220K more to build. Build overtakes Buy around month 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411480"/>
            <a:ext cx="1365504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11535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9A9A9A"/>
                </a:solidFill>
                <a:latin typeface="Arial"/>
              </a:rPr>
              <a:t>THE METRIC THAT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Engineers needed, from year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327141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0.52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FTE
Buy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0138" y="2743200"/>
            <a:ext cx="327141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0.71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FTE
Build, half-time 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7316" y="2743200"/>
            <a:ext cx="327141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0.36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FTE
Build, Devin does the upkeep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32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Base case favours Buy. If the owner only reviews Devin's PRs (~6 h/week), Build needs fewer engineers.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411480"/>
            <a:ext cx="1365504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11535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9A9A9A"/>
                </a:solidFill>
                <a:latin typeface="Arial"/>
              </a:rPr>
              <a:t>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Build, gated on real numbers.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88920"/>
            <a:ext cx="5090007" cy="190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50900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Why build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Your next tools are custom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The licence scales with users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Devin cuts the engineers needed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2788920"/>
            <a:ext cx="5090007" cy="190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8727" y="2926080"/>
            <a:ext cx="50900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What flips it to buy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Next 10 tools are simple forms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Licence under ~$185K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Ops staff build tools today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Nobody can own the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411480"/>
            <a:ext cx="1365504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11535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9A9A9A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Prove it on your hardest tool.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88920"/>
            <a:ext cx="3271418" cy="190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327141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Week 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Licence breakdown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List of the next 10 tools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Card data? EU-regulated?</a:t>
            </a:r>
          </a:p>
        </p:txBody>
      </p:sp>
      <p:sp>
        <p:nvSpPr>
          <p:cNvPr id="8" name="Rectangle 7"/>
          <p:cNvSpPr/>
          <p:nvPr/>
        </p:nvSpPr>
        <p:spPr>
          <a:xfrm>
            <a:off x="4460138" y="2788920"/>
            <a:ext cx="3271418" cy="190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0138" y="2926080"/>
            <a:ext cx="327141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Weeks 1–6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Devin + 1 engineer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Harden the platform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Highest-value tool first, on real systems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7316" y="2788920"/>
            <a:ext cx="3271418" cy="190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7316" y="2926080"/>
            <a:ext cx="327141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Gate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Human hours per tool ≤ 20% of Power Apps estimate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Owner ≤ 0.25 FTE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No high-severity failures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32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9A9A9A"/>
                </a:solidFill>
                <a:latin typeface="Arial"/>
              </a:rPr>
              <a:t>Drop Power Apps at renewal only if the gate passes.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411480"/>
            <a:ext cx="1365504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11535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9A9A9A"/>
                </a:solidFill>
                <a:latin typeface="Arial"/>
              </a:rPr>
              <a:t>IF YOU KEEP POWER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Devin still fits.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88920"/>
            <a:ext cx="5090007" cy="190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50900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Optimise the licence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Per-app or pay-as-you-go for light users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Up to ~$100K a year saved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2788920"/>
            <a:ext cx="5090007" cy="190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8727" y="2926080"/>
            <a:ext cx="50900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Use Devin at the edges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Custom connectors, code components, Azure Functions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9A9A9A"/>
                </a:solidFill>
                <a:latin typeface="Arial"/>
              </a:rPr>
              <a:t>Where code is needed anyway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